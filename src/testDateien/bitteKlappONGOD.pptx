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1D3"/>
    <a:srgbClr val="85C2A3"/>
    <a:srgbClr val="C83D38"/>
    <a:srgbClr val="AD342F"/>
    <a:srgbClr val="EF476F"/>
    <a:srgbClr val="E9CBA7"/>
    <a:srgbClr val="333333"/>
    <a:srgbClr val="FFB703"/>
    <a:srgbClr val="1B4332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52" d="100"/>
          <a:sy n="152" d="100"/>
        </p:scale>
        <p:origin x="23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3E326-FD58-C546-8888-61DDD6E49C46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AEA93-FB06-764C-9B3B-98B5DDED0C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46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EA93-FB06-764C-9B3B-98B5DDED0CE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262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AF6A-1ED6-2216-7412-0690AEF9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3A3822-7E0B-011B-DD26-5A7ED9528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DDF372C-A740-2CD7-C0B9-DEC90E010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4C0BB4-8DEB-2606-CB3F-D53866D09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EA93-FB06-764C-9B3B-98B5DDED0CE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525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56CE-0902-BE41-AF58-55DAD388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D0BDA5-FD22-6CB5-FFFF-B240F5427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2918BD-5F64-9A10-0507-91196F621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975233-F16B-28D6-F869-6C1478795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EA93-FB06-764C-9B3B-98B5DDED0CE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71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13A49-F07C-AC96-F56B-763F1009B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29497FF-59C0-1EA4-BF06-76E86FE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F441919-BCF0-E54B-2794-F32FF4211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EC89AC-D156-1DBA-2496-0756E7293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EA93-FB06-764C-9B3B-98B5DDED0CE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05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17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87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70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10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02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02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91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57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55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07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08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EBD2F-812A-A241-89A4-5265D0F8C782}" type="datetimeFigureOut">
              <a:rPr lang="de-DE" smtClean="0"/>
              <a:t>02.10.25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54B4E-36E6-0642-844F-BA5F3E13D6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47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microsoft.com/office/2007/relationships/hdphoto" Target="../media/hdphoto5.wdp"/><Relationship Id="rId2" Type="http://schemas.openxmlformats.org/officeDocument/2006/relationships/notesSlide" Target="../notesSlides/notesSlide2.xml"/><Relationship Id="rId16" Type="http://schemas.microsoft.com/office/2007/relationships/hdphoto" Target="../media/hdphoto7.wdp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9.wdp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8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5C1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 descr="Ein Bild, das Entwurf, Schwarzweiß, Design enthält.&#10;&#10;KI-generierte Inhalte können fehlerhaft sein.">
            <a:extLst>
              <a:ext uri="{FF2B5EF4-FFF2-40B4-BE49-F238E27FC236}">
                <a16:creationId xmlns:a16="http://schemas.microsoft.com/office/drawing/2014/main" id="{F5952139-516D-D35F-E80D-1F1A1C6D6E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924164" y="-936255"/>
            <a:ext cx="6421799" cy="4485578"/>
          </a:xfrm>
          <a:prstGeom prst="rect">
            <a:avLst/>
          </a:prstGeom>
        </p:spPr>
      </p:pic>
      <p:pic>
        <p:nvPicPr>
          <p:cNvPr id="54" name="Grafik 53" descr="Ein Bild, das Entwurf, Design, Schwarzweiß enthält.&#10;&#10;KI-generierte Inhalte können fehlerhaft sein.">
            <a:extLst>
              <a:ext uri="{FF2B5EF4-FFF2-40B4-BE49-F238E27FC236}">
                <a16:creationId xmlns:a16="http://schemas.microsoft.com/office/drawing/2014/main" id="{4C55322B-222E-F520-56E7-0A982711E7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4691836" y="2092844"/>
            <a:ext cx="8133683" cy="5681315"/>
          </a:xfrm>
          <a:prstGeom prst="rect">
            <a:avLst/>
          </a:prstGeom>
        </p:spPr>
      </p:pic>
      <p:pic>
        <p:nvPicPr>
          <p:cNvPr id="52" name="Grafik 51" descr="Ein Bild, das Schwarzweiß enthält.&#10;&#10;KI-generierte Inhalte können fehlerhaft sein.">
            <a:extLst>
              <a:ext uri="{FF2B5EF4-FFF2-40B4-BE49-F238E27FC236}">
                <a16:creationId xmlns:a16="http://schemas.microsoft.com/office/drawing/2014/main" id="{33DF80FE-208F-ABE6-48A9-E20255187BF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-2562327" y="3031703"/>
            <a:ext cx="7772400" cy="5428962"/>
          </a:xfrm>
          <a:prstGeom prst="rect">
            <a:avLst/>
          </a:prstGeom>
        </p:spPr>
      </p:pic>
      <p:pic>
        <p:nvPicPr>
          <p:cNvPr id="45" name="Grafik 44" descr="Ein Bild, das Schädel enthält.&#10;&#10;KI-generierte Inhalte können fehlerhaft sein.">
            <a:extLst>
              <a:ext uri="{FF2B5EF4-FFF2-40B4-BE49-F238E27FC236}">
                <a16:creationId xmlns:a16="http://schemas.microsoft.com/office/drawing/2014/main" id="{AF091DA2-3DA9-8A24-8651-1CFF0227C69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524262" y="-408309"/>
            <a:ext cx="11665824" cy="8148492"/>
          </a:xfrm>
          <a:prstGeom prst="rect">
            <a:avLst/>
          </a:prstGeom>
          <a:noFill/>
        </p:spPr>
      </p:pic>
      <p:pic>
        <p:nvPicPr>
          <p:cNvPr id="48" name="Grafik 47" descr="Ein Bild, das Symbol, Kunst, Schwarzweiß enthält.&#10;&#10;KI-generierte Inhalte können fehlerhaft sein.">
            <a:extLst>
              <a:ext uri="{FF2B5EF4-FFF2-40B4-BE49-F238E27FC236}">
                <a16:creationId xmlns:a16="http://schemas.microsoft.com/office/drawing/2014/main" id="{8E43201B-D07A-D455-1558-9906BBE8AED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-1293234" y="-1646411"/>
            <a:ext cx="7772400" cy="5428962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8CE9B35A-F199-F6A3-82D1-C034F8344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768" y="255388"/>
            <a:ext cx="6797136" cy="1625364"/>
          </a:xfrm>
        </p:spPr>
        <p:txBody>
          <a:bodyPr>
            <a:noAutofit/>
          </a:bodyPr>
          <a:lstStyle/>
          <a:p>
            <a:pPr algn="l"/>
            <a:r>
              <a:rPr lang="de-DE" sz="6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Hochwertige</a:t>
            </a:r>
            <a:r>
              <a:rPr lang="de-DE" sz="6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de-DE" sz="6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Keksausstecher:</a:t>
            </a:r>
          </a:p>
          <a:p>
            <a:pPr algn="l"/>
            <a:endParaRPr lang="de-DE" sz="6000" dirty="0">
              <a:solidFill>
                <a:srgbClr val="FEF2E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6559B49-D773-0F84-FD0F-A95C4E3876EB}"/>
              </a:ext>
            </a:extLst>
          </p:cNvPr>
          <p:cNvSpPr txBox="1"/>
          <p:nvPr/>
        </p:nvSpPr>
        <p:spPr>
          <a:xfrm>
            <a:off x="432227" y="2278049"/>
            <a:ext cx="40859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Anwendung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Ideal für Kekse &amp; Plätzchen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Formstabil beim Ausstechen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Für kreative Backideen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Geeignet für alle Anlässe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C01AA3A-B028-3862-021F-C3D7E8D827D6}"/>
              </a:ext>
            </a:extLst>
          </p:cNvPr>
          <p:cNvSpPr txBox="1"/>
          <p:nvPr/>
        </p:nvSpPr>
        <p:spPr>
          <a:xfrm>
            <a:off x="378372" y="4306562"/>
            <a:ext cx="41936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Pflege &amp; Aufbewahrung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Nicht spülmaschinenfest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Vor &gt;60 °C schützen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Trocken &amp; lichtgeschützt aufbewahren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7F71575-002A-17F8-5D75-CD0674E4D630}"/>
              </a:ext>
            </a:extLst>
          </p:cNvPr>
          <p:cNvSpPr txBox="1"/>
          <p:nvPr/>
        </p:nvSpPr>
        <p:spPr>
          <a:xfrm>
            <a:off x="4572000" y="2315404"/>
            <a:ext cx="41936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Material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Hochwertiger PETG-Kunststoff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Lebensmittelecht &amp; sicher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Robuste Verarbeitung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Made in Germany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AED70F-DDA7-309F-AFE9-52C540E39978}"/>
              </a:ext>
            </a:extLst>
          </p:cNvPr>
          <p:cNvSpPr/>
          <p:nvPr/>
        </p:nvSpPr>
        <p:spPr>
          <a:xfrm>
            <a:off x="4572000" y="4446328"/>
            <a:ext cx="4193628" cy="419289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1. Bestellen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1A2339A-A016-B30E-FBD0-3381712FABCB}"/>
              </a:ext>
            </a:extLst>
          </p:cNvPr>
          <p:cNvSpPr/>
          <p:nvPr/>
        </p:nvSpPr>
        <p:spPr>
          <a:xfrm>
            <a:off x="4572000" y="4957368"/>
            <a:ext cx="4193628" cy="419289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2. Auspacken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095396C-A3E1-3F87-F76A-42D3B11CC02A}"/>
              </a:ext>
            </a:extLst>
          </p:cNvPr>
          <p:cNvSpPr/>
          <p:nvPr/>
        </p:nvSpPr>
        <p:spPr>
          <a:xfrm>
            <a:off x="4572000" y="5468408"/>
            <a:ext cx="4193628" cy="404810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3. Backen</a:t>
            </a:r>
          </a:p>
        </p:txBody>
      </p:sp>
    </p:spTree>
    <p:extLst>
      <p:ext uri="{BB962C8B-B14F-4D97-AF65-F5344CB8AC3E}">
        <p14:creationId xmlns:p14="http://schemas.microsoft.com/office/powerpoint/2010/main" val="96495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5C2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103A2-3B84-E16A-37E1-94EA44FE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B9068B44-B2DA-5CEE-E14E-7DD1DE32A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768" y="255388"/>
            <a:ext cx="6797136" cy="1625364"/>
          </a:xfrm>
        </p:spPr>
        <p:txBody>
          <a:bodyPr>
            <a:noAutofit/>
          </a:bodyPr>
          <a:lstStyle/>
          <a:p>
            <a:pPr algn="l"/>
            <a:r>
              <a:rPr lang="de-DE" sz="6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Verschiedene </a:t>
            </a:r>
          </a:p>
          <a:p>
            <a:pPr algn="l"/>
            <a:r>
              <a:rPr lang="de-DE" sz="6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Formen:</a:t>
            </a:r>
          </a:p>
          <a:p>
            <a:pPr algn="l"/>
            <a:endParaRPr lang="de-DE" sz="6000" dirty="0">
              <a:solidFill>
                <a:srgbClr val="FEF2E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1" name="Grafik 60" descr="Ein Bild, das Mond, Nacht enthält.&#10;&#10;KI-generierte Inhalte können fehlerhaft sein.">
            <a:extLst>
              <a:ext uri="{FF2B5EF4-FFF2-40B4-BE49-F238E27FC236}">
                <a16:creationId xmlns:a16="http://schemas.microsoft.com/office/drawing/2014/main" id="{84CE868C-39C9-C132-14EE-95C6D19BD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061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60084" t="58499" r="20292" b="26612"/>
          <a:stretch>
            <a:fillRect/>
          </a:stretch>
        </p:blipFill>
        <p:spPr>
          <a:xfrm rot="5088045">
            <a:off x="477113" y="1967414"/>
            <a:ext cx="992823" cy="1339054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63" name="Grafik 62" descr="Ein Bild, das Dunkelheit, Schwarz, Mond, Nacht enthält.&#10;&#10;KI-generierte Inhalte können fehlerhaft sein.">
            <a:extLst>
              <a:ext uri="{FF2B5EF4-FFF2-40B4-BE49-F238E27FC236}">
                <a16:creationId xmlns:a16="http://schemas.microsoft.com/office/drawing/2014/main" id="{2FFB1198-58DF-7E6E-8ED6-27331CD5B7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000"/>
                    </a14:imgEffect>
                    <a14:imgEffect>
                      <a14:saturation sat="250000"/>
                    </a14:imgEffect>
                  </a14:imgLayer>
                </a14:imgProps>
              </a:ext>
            </a:extLst>
          </a:blip>
          <a:srcRect l="7002" t="39524" r="72500" b="50878"/>
          <a:stretch>
            <a:fillRect/>
          </a:stretch>
        </p:blipFill>
        <p:spPr>
          <a:xfrm rot="5850971">
            <a:off x="4856748" y="3579030"/>
            <a:ext cx="1388368" cy="1155831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4" name="Grafik 3" descr="Ein Bild, das Flasche enthält.&#10;&#10;KI-generierte Inhalte können fehlerhaft sein.">
            <a:extLst>
              <a:ext uri="{FF2B5EF4-FFF2-40B4-BE49-F238E27FC236}">
                <a16:creationId xmlns:a16="http://schemas.microsoft.com/office/drawing/2014/main" id="{649E670B-0DFD-211A-2F1D-5723E0AA5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8046"/>
                    </a14:imgEffect>
                    <a14:imgEffect>
                      <a14:saturation sat="86000"/>
                    </a14:imgEffect>
                    <a14:imgEffect>
                      <a14:brightnessContrast bright="17000"/>
                    </a14:imgEffect>
                  </a14:imgLayer>
                </a14:imgProps>
              </a:ext>
            </a:extLst>
          </a:blip>
          <a:srcRect l="28681" t="27425" r="31360" b="6911"/>
          <a:stretch>
            <a:fillRect/>
          </a:stretch>
        </p:blipFill>
        <p:spPr>
          <a:xfrm>
            <a:off x="554789" y="3376351"/>
            <a:ext cx="697214" cy="1527630"/>
          </a:xfrm>
          <a:prstGeom prst="rect">
            <a:avLst/>
          </a:prstGeom>
        </p:spPr>
      </p:pic>
      <p:pic>
        <p:nvPicPr>
          <p:cNvPr id="8" name="Grafik 7" descr="Ein Bild, das Mond, Dunkelheit, Nacht, Natur enthält.&#10;&#10;KI-generierte Inhalte können fehlerhaft sein.">
            <a:extLst>
              <a:ext uri="{FF2B5EF4-FFF2-40B4-BE49-F238E27FC236}">
                <a16:creationId xmlns:a16="http://schemas.microsoft.com/office/drawing/2014/main" id="{ED93ADBB-9AE0-298B-B6A7-8A7A923C57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524"/>
                    </a14:imgEffect>
                  </a14:imgLayer>
                </a14:imgProps>
              </a:ext>
            </a:extLst>
          </a:blip>
          <a:srcRect t="58147" r="76949" b="28562"/>
          <a:stretch>
            <a:fillRect/>
          </a:stretch>
        </p:blipFill>
        <p:spPr>
          <a:xfrm rot="5400000">
            <a:off x="4642798" y="1662444"/>
            <a:ext cx="1625364" cy="1665967"/>
          </a:xfrm>
          <a:prstGeom prst="rect">
            <a:avLst/>
          </a:prstGeom>
        </p:spPr>
      </p:pic>
      <p:pic>
        <p:nvPicPr>
          <p:cNvPr id="12" name="Grafik 11" descr="Ein Bild, das Mond, Astronomisches Objekt, Nacht, Natur enthält.&#10;&#10;KI-generierte Inhalte können fehlerhaft sein.">
            <a:extLst>
              <a:ext uri="{FF2B5EF4-FFF2-40B4-BE49-F238E27FC236}">
                <a16:creationId xmlns:a16="http://schemas.microsoft.com/office/drawing/2014/main" id="{E31ADFAD-C01E-D8A6-0804-5F18436BF3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000"/>
                    </a14:imgEffect>
                    <a14:imgEffect>
                      <a14:brightnessContrast bright="19000"/>
                    </a14:imgEffect>
                  </a14:imgLayer>
                </a14:imgProps>
              </a:ext>
            </a:extLst>
          </a:blip>
          <a:srcRect l="49508" t="33535" r="32008" b="40369"/>
          <a:stretch>
            <a:fillRect/>
          </a:stretch>
        </p:blipFill>
        <p:spPr>
          <a:xfrm rot="21394923">
            <a:off x="4926311" y="4994302"/>
            <a:ext cx="1321613" cy="1399427"/>
          </a:xfrm>
          <a:prstGeom prst="rect">
            <a:avLst/>
          </a:prstGeom>
        </p:spPr>
      </p:pic>
      <p:pic>
        <p:nvPicPr>
          <p:cNvPr id="10" name="Grafik 9" descr="Ein Bild, das Mond, Astronomisches Objekt, Nacht, Astronomisches Ereignis enthält.&#10;&#10;KI-generierte Inhalte können fehlerhaft sein.">
            <a:extLst>
              <a:ext uri="{FF2B5EF4-FFF2-40B4-BE49-F238E27FC236}">
                <a16:creationId xmlns:a16="http://schemas.microsoft.com/office/drawing/2014/main" id="{1EEA930A-8E08-AA53-C353-BB481C5E08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8000"/>
                    </a14:imgEffect>
                    <a14:imgEffect>
                      <a14:saturation sat="186000"/>
                    </a14:imgEffect>
                    <a14:imgEffect>
                      <a14:brightnessContrast bright="19000"/>
                    </a14:imgEffect>
                  </a14:imgLayer>
                </a14:imgProps>
              </a:ext>
            </a:extLst>
          </a:blip>
          <a:srcRect l="51673" t="37461" r="29843" b="38890"/>
          <a:stretch>
            <a:fillRect/>
          </a:stretch>
        </p:blipFill>
        <p:spPr>
          <a:xfrm rot="18403956">
            <a:off x="4415423" y="5050731"/>
            <a:ext cx="1412214" cy="135511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44F8209-270E-0163-98B5-5C703FEE8FF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000"/>
                    </a14:imgEffect>
                    <a14:imgEffect>
                      <a14:saturation sat="229000"/>
                    </a14:imgEffect>
                    <a14:imgEffect>
                      <a14:brightnessContrast bright="29000"/>
                    </a14:imgEffect>
                  </a14:imgLayer>
                </a14:imgProps>
              </a:ext>
            </a:extLst>
          </a:blip>
          <a:srcRect l="47125" t="34808" r="8400" b="35522"/>
          <a:stretch>
            <a:fillRect/>
          </a:stretch>
        </p:blipFill>
        <p:spPr>
          <a:xfrm>
            <a:off x="445731" y="5088350"/>
            <a:ext cx="1101772" cy="159064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0805167-78B0-B98C-09FE-685B88DF267F}"/>
              </a:ext>
            </a:extLst>
          </p:cNvPr>
          <p:cNvSpPr txBox="1"/>
          <p:nvPr/>
        </p:nvSpPr>
        <p:spPr>
          <a:xfrm>
            <a:off x="1680973" y="2243486"/>
            <a:ext cx="287742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Frühstücks-Ausstecher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Für süße Café-Momente.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475DFDC-CC45-CA62-FB4E-BC8132326CA8}"/>
              </a:ext>
            </a:extLst>
          </p:cNvPr>
          <p:cNvSpPr txBox="1"/>
          <p:nvPr/>
        </p:nvSpPr>
        <p:spPr>
          <a:xfrm>
            <a:off x="1791397" y="3720576"/>
            <a:ext cx="287742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Party-Ausstecher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Für prickelnde Anlässe.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0DE872-CBE5-10F7-B72B-98E9B58D2210}"/>
              </a:ext>
            </a:extLst>
          </p:cNvPr>
          <p:cNvSpPr txBox="1"/>
          <p:nvPr/>
        </p:nvSpPr>
        <p:spPr>
          <a:xfrm>
            <a:off x="1816488" y="5474665"/>
            <a:ext cx="287742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Spaß-Ausstecher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Trendig, jung &amp; bunt.</a:t>
            </a:r>
          </a:p>
          <a:p>
            <a:pPr algn="ctr"/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FAC6B89-19ED-BDD2-110E-A59731EF9507}"/>
              </a:ext>
            </a:extLst>
          </p:cNvPr>
          <p:cNvSpPr txBox="1"/>
          <p:nvPr/>
        </p:nvSpPr>
        <p:spPr>
          <a:xfrm>
            <a:off x="6288464" y="2195345"/>
            <a:ext cx="28774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Familien-Ausstecher</a:t>
            </a:r>
            <a:r>
              <a:rPr lang="de-DE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Perfekt für Baby- &amp; Kinderfeste.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794DE70-DC6D-D4A6-3077-4E5C5C3A2E09}"/>
              </a:ext>
            </a:extLst>
          </p:cNvPr>
          <p:cNvSpPr txBox="1"/>
          <p:nvPr/>
        </p:nvSpPr>
        <p:spPr>
          <a:xfrm>
            <a:off x="6292227" y="5543941"/>
            <a:ext cx="287742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Feiertags-Ausstecher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Für jeden Anlass das Richtige.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1DB614E-62BC-1703-9B23-5345E6DD0D0D}"/>
              </a:ext>
            </a:extLst>
          </p:cNvPr>
          <p:cNvSpPr txBox="1"/>
          <p:nvPr/>
        </p:nvSpPr>
        <p:spPr>
          <a:xfrm>
            <a:off x="6288464" y="3763131"/>
            <a:ext cx="28774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Klassiker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Für </a:t>
            </a:r>
            <a:r>
              <a:rPr lang="de-DE" sz="1500" dirty="0" err="1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Backfans</a:t>
            </a: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und Naschkatzen.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4DDCDA2-653D-8ED3-F20C-8175AC9E5B78}"/>
              </a:ext>
            </a:extLst>
          </p:cNvPr>
          <p:cNvSpPr/>
          <p:nvPr/>
        </p:nvSpPr>
        <p:spPr>
          <a:xfrm>
            <a:off x="6870583" y="1434517"/>
            <a:ext cx="2273417" cy="446235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Und viele mehr…</a:t>
            </a:r>
          </a:p>
        </p:txBody>
      </p:sp>
    </p:spTree>
    <p:extLst>
      <p:ext uri="{BB962C8B-B14F-4D97-AF65-F5344CB8AC3E}">
        <p14:creationId xmlns:p14="http://schemas.microsoft.com/office/powerpoint/2010/main" val="288672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5C2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8BEA3-6123-1C32-2017-5FD7B8CF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E73A206-A966-C6F2-24C1-B2004CAD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768" y="255388"/>
            <a:ext cx="6797136" cy="1625364"/>
          </a:xfrm>
        </p:spPr>
        <p:txBody>
          <a:bodyPr>
            <a:noAutofit/>
          </a:bodyPr>
          <a:lstStyle/>
          <a:p>
            <a:pPr algn="l"/>
            <a:r>
              <a:rPr lang="de-DE" sz="6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Unser</a:t>
            </a:r>
          </a:p>
          <a:p>
            <a:pPr algn="l"/>
            <a:r>
              <a:rPr lang="de-DE" sz="6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Lieblingsrezept:</a:t>
            </a:r>
          </a:p>
          <a:p>
            <a:pPr algn="l"/>
            <a:endParaRPr lang="de-DE" sz="6000" dirty="0">
              <a:solidFill>
                <a:srgbClr val="FEF2E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755CC86-DE2D-BD54-A613-0AA0C2F6CD6B}"/>
              </a:ext>
            </a:extLst>
          </p:cNvPr>
          <p:cNvSpPr/>
          <p:nvPr/>
        </p:nvSpPr>
        <p:spPr>
          <a:xfrm>
            <a:off x="6870583" y="1434517"/>
            <a:ext cx="2273417" cy="446235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Unwiderstehlich…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1657D43-F7E1-D907-DAF1-3C43B737966C}"/>
              </a:ext>
            </a:extLst>
          </p:cNvPr>
          <p:cNvSpPr/>
          <p:nvPr/>
        </p:nvSpPr>
        <p:spPr>
          <a:xfrm>
            <a:off x="174113" y="2772738"/>
            <a:ext cx="2783436" cy="2625592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rgbClr val="ECE1D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de-DE" dirty="0">
              <a:solidFill>
                <a:srgbClr val="ECE1D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AD7A95-23D6-8878-C389-259C84C14EDF}"/>
              </a:ext>
            </a:extLst>
          </p:cNvPr>
          <p:cNvSpPr/>
          <p:nvPr/>
        </p:nvSpPr>
        <p:spPr>
          <a:xfrm>
            <a:off x="3180282" y="2772738"/>
            <a:ext cx="2783436" cy="2625592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CE1D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BC8329-13CC-F2F7-2B4C-7F07D3CBA266}"/>
              </a:ext>
            </a:extLst>
          </p:cNvPr>
          <p:cNvSpPr/>
          <p:nvPr/>
        </p:nvSpPr>
        <p:spPr>
          <a:xfrm>
            <a:off x="6186451" y="2772738"/>
            <a:ext cx="2783436" cy="2625592"/>
          </a:xfrm>
          <a:prstGeom prst="rect">
            <a:avLst/>
          </a:prstGeom>
          <a:solidFill>
            <a:srgbClr val="C83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CE1D3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22813BA-6A84-CBE5-D5DC-820F9BBBF239}"/>
              </a:ext>
            </a:extLst>
          </p:cNvPr>
          <p:cNvSpPr txBox="1"/>
          <p:nvPr/>
        </p:nvSpPr>
        <p:spPr>
          <a:xfrm>
            <a:off x="369116" y="2898410"/>
            <a:ext cx="2424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Zutaten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DAAF280-C5EB-D202-3BB5-2D167C72F13C}"/>
              </a:ext>
            </a:extLst>
          </p:cNvPr>
          <p:cNvSpPr txBox="1"/>
          <p:nvPr/>
        </p:nvSpPr>
        <p:spPr>
          <a:xfrm>
            <a:off x="369116" y="3335102"/>
            <a:ext cx="7647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200g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100g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50g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1Pck.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2El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D392130-E4CE-F86F-6305-831F11C732B9}"/>
              </a:ext>
            </a:extLst>
          </p:cNvPr>
          <p:cNvSpPr txBox="1"/>
          <p:nvPr/>
        </p:nvSpPr>
        <p:spPr>
          <a:xfrm>
            <a:off x="1133913" y="3347398"/>
            <a:ext cx="165962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Dinkelmehl 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Margarine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Zucker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Vanillezucker</a:t>
            </a:r>
          </a:p>
          <a:p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Pflanzenmilch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B0A4D37-8803-7E9B-EF57-577299F923EE}"/>
              </a:ext>
            </a:extLst>
          </p:cNvPr>
          <p:cNvSpPr txBox="1"/>
          <p:nvPr/>
        </p:nvSpPr>
        <p:spPr>
          <a:xfrm>
            <a:off x="3359791" y="2883021"/>
            <a:ext cx="2424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Arbeitsschritte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2D1C6FA-A968-70F2-2AAA-B093308441EC}"/>
              </a:ext>
            </a:extLst>
          </p:cNvPr>
          <p:cNvSpPr txBox="1"/>
          <p:nvPr/>
        </p:nvSpPr>
        <p:spPr>
          <a:xfrm>
            <a:off x="3359791" y="3331386"/>
            <a:ext cx="242441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Margarine leicht aufweichen </a:t>
            </a:r>
          </a:p>
          <a:p>
            <a:pPr marL="457200" indent="-457200">
              <a:buAutoNum type="arabicPeriod"/>
            </a:pP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Zutaten vermengen</a:t>
            </a:r>
          </a:p>
          <a:p>
            <a:pPr marL="457200" indent="-457200">
              <a:buAutoNum type="arabicPeriod"/>
            </a:pP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Teig ausrollen </a:t>
            </a:r>
          </a:p>
          <a:p>
            <a:pPr marL="457200" indent="-457200">
              <a:buAutoNum type="arabicPeriod"/>
            </a:pP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Motive ausstechen</a:t>
            </a:r>
          </a:p>
          <a:p>
            <a:pPr marL="457200" indent="-457200">
              <a:buAutoNum type="arabicPeriod"/>
            </a:pPr>
            <a:r>
              <a:rPr lang="de-DE" sz="1500" dirty="0">
                <a:solidFill>
                  <a:srgbClr val="ECE1D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7-10min bei 180°C Backen</a:t>
            </a:r>
          </a:p>
        </p:txBody>
      </p:sp>
      <p:pic>
        <p:nvPicPr>
          <p:cNvPr id="28" name="Grafik 27" descr="Ein Bild, das Snack, Keks, Essen, Kekse und Gebäck enthält.&#10;&#10;KI-generierte Inhalte können fehlerhaft sein.">
            <a:extLst>
              <a:ext uri="{FF2B5EF4-FFF2-40B4-BE49-F238E27FC236}">
                <a16:creationId xmlns:a16="http://schemas.microsoft.com/office/drawing/2014/main" id="{695A9EF4-7CAF-28DB-26C7-0ADBE8E5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26" t="673" r="14792"/>
          <a:stretch>
            <a:fillRect/>
          </a:stretch>
        </p:blipFill>
        <p:spPr>
          <a:xfrm>
            <a:off x="6402508" y="3210626"/>
            <a:ext cx="2372376" cy="218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38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021F-5749-90C8-57ED-F698D376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 descr="Ein Bild, das Entwurf, Schwarzweiß, Design enthält.&#10;&#10;KI-generierte Inhalte können fehlerhaft sein.">
            <a:extLst>
              <a:ext uri="{FF2B5EF4-FFF2-40B4-BE49-F238E27FC236}">
                <a16:creationId xmlns:a16="http://schemas.microsoft.com/office/drawing/2014/main" id="{1717FA31-2C9B-56AA-6C97-BE41DB666E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924164" y="-936255"/>
            <a:ext cx="6421799" cy="4485578"/>
          </a:xfrm>
          <a:prstGeom prst="rect">
            <a:avLst/>
          </a:prstGeom>
        </p:spPr>
      </p:pic>
      <p:pic>
        <p:nvPicPr>
          <p:cNvPr id="54" name="Grafik 53" descr="Ein Bild, das Entwurf, Design, Schwarzweiß enthält.&#10;&#10;KI-generierte Inhalte können fehlerhaft sein.">
            <a:extLst>
              <a:ext uri="{FF2B5EF4-FFF2-40B4-BE49-F238E27FC236}">
                <a16:creationId xmlns:a16="http://schemas.microsoft.com/office/drawing/2014/main" id="{3D50905C-ECFA-ADE8-EBCD-537E3A317D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4691836" y="2092844"/>
            <a:ext cx="8133683" cy="5681315"/>
          </a:xfrm>
          <a:prstGeom prst="rect">
            <a:avLst/>
          </a:prstGeom>
        </p:spPr>
      </p:pic>
      <p:pic>
        <p:nvPicPr>
          <p:cNvPr id="52" name="Grafik 51" descr="Ein Bild, das Schwarzweiß enthält.&#10;&#10;KI-generierte Inhalte können fehlerhaft sein.">
            <a:extLst>
              <a:ext uri="{FF2B5EF4-FFF2-40B4-BE49-F238E27FC236}">
                <a16:creationId xmlns:a16="http://schemas.microsoft.com/office/drawing/2014/main" id="{F24C3060-3FCE-0076-90F5-C507B321C9B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-2562327" y="3031703"/>
            <a:ext cx="7772400" cy="5428962"/>
          </a:xfrm>
          <a:prstGeom prst="rect">
            <a:avLst/>
          </a:prstGeom>
        </p:spPr>
      </p:pic>
      <p:pic>
        <p:nvPicPr>
          <p:cNvPr id="45" name="Grafik 44" descr="Ein Bild, das Schädel enthält.&#10;&#10;KI-generierte Inhalte können fehlerhaft sein.">
            <a:extLst>
              <a:ext uri="{FF2B5EF4-FFF2-40B4-BE49-F238E27FC236}">
                <a16:creationId xmlns:a16="http://schemas.microsoft.com/office/drawing/2014/main" id="{3DA1CEFA-4B4F-A5C6-E73E-1894005D054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524262" y="-408309"/>
            <a:ext cx="11665824" cy="8148492"/>
          </a:xfrm>
          <a:prstGeom prst="rect">
            <a:avLst/>
          </a:prstGeom>
          <a:noFill/>
        </p:spPr>
      </p:pic>
      <p:pic>
        <p:nvPicPr>
          <p:cNvPr id="48" name="Grafik 47" descr="Ein Bild, das Symbol, Kunst, Schwarzweiß enthält.&#10;&#10;KI-generierte Inhalte können fehlerhaft sein.">
            <a:extLst>
              <a:ext uri="{FF2B5EF4-FFF2-40B4-BE49-F238E27FC236}">
                <a16:creationId xmlns:a16="http://schemas.microsoft.com/office/drawing/2014/main" id="{6719C12A-017D-2079-AA20-5F67AB8D725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-1293234" y="-1646411"/>
            <a:ext cx="7772400" cy="5428962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00B0EA2E-6C16-6CF9-0E98-18B50CDCF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768" y="255388"/>
            <a:ext cx="6797136" cy="1625364"/>
          </a:xfrm>
        </p:spPr>
        <p:txBody>
          <a:bodyPr>
            <a:noAutofit/>
          </a:bodyPr>
          <a:lstStyle/>
          <a:p>
            <a:pPr algn="l"/>
            <a:r>
              <a:rPr lang="de-DE" sz="6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Hochwertige</a:t>
            </a:r>
            <a:r>
              <a:rPr lang="de-DE" sz="6000" dirty="0">
                <a:latin typeface="Aharoni" panose="02010803020104030203" pitchFamily="2" charset="-79"/>
                <a:cs typeface="Aharoni" panose="02010803020104030203" pitchFamily="2" charset="-79"/>
              </a:rPr>
              <a:t> Keksausstecher:</a:t>
            </a:r>
          </a:p>
          <a:p>
            <a:pPr algn="l"/>
            <a:endParaRPr lang="de-DE" sz="6000" dirty="0">
              <a:solidFill>
                <a:srgbClr val="FEF2E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035FD6B-8D08-CEB3-988D-02E217AEE41E}"/>
              </a:ext>
            </a:extLst>
          </p:cNvPr>
          <p:cNvSpPr txBox="1"/>
          <p:nvPr/>
        </p:nvSpPr>
        <p:spPr>
          <a:xfrm>
            <a:off x="432227" y="2278049"/>
            <a:ext cx="40859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Anwendung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Ideal für Kekse &amp; Plätzchen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Formstabil beim Ausstechen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Für kreative Backideen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Geeignet für alle Anlässe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ED36B27-4442-117D-A3C0-E9C9126A7D9A}"/>
              </a:ext>
            </a:extLst>
          </p:cNvPr>
          <p:cNvSpPr txBox="1"/>
          <p:nvPr/>
        </p:nvSpPr>
        <p:spPr>
          <a:xfrm>
            <a:off x="378372" y="4306562"/>
            <a:ext cx="41936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Pflege &amp; Aufbewahrung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Nicht spülmaschinenfest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Vor &gt;60 °C schützen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Trocken &amp; lichtgeschützt aufbewahren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772D46C-4536-CA25-F97A-FD941C0CB646}"/>
              </a:ext>
            </a:extLst>
          </p:cNvPr>
          <p:cNvSpPr txBox="1"/>
          <p:nvPr/>
        </p:nvSpPr>
        <p:spPr>
          <a:xfrm>
            <a:off x="4572000" y="2315404"/>
            <a:ext cx="41936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C83D3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Material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Hochwertiger PETG-Kunststoff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Lebensmittelecht &amp; sicher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Robuste Verarbeitung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de-DE" sz="2000" dirty="0">
                <a:latin typeface="Aharoni" panose="02010803020104030203" pitchFamily="2" charset="-79"/>
                <a:cs typeface="Aharoni" panose="02010803020104030203" pitchFamily="2" charset="-79"/>
              </a:rPr>
              <a:t>Made in Germany</a:t>
            </a:r>
          </a:p>
        </p:txBody>
      </p:sp>
      <p:pic>
        <p:nvPicPr>
          <p:cNvPr id="61" name="Grafik 60" descr="Ein Bild, das Mond, Nacht enthält.&#10;&#10;KI-generierte Inhalte können fehlerhaft sein.">
            <a:extLst>
              <a:ext uri="{FF2B5EF4-FFF2-40B4-BE49-F238E27FC236}">
                <a16:creationId xmlns:a16="http://schemas.microsoft.com/office/drawing/2014/main" id="{999520FF-F441-BDB0-038C-A4018EF381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061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54692" t="54309" r="13374" b="25260"/>
          <a:stretch>
            <a:fillRect/>
          </a:stretch>
        </p:blipFill>
        <p:spPr>
          <a:xfrm rot="3616998">
            <a:off x="3874383" y="3323259"/>
            <a:ext cx="3054366" cy="3473915"/>
          </a:xfrm>
          <a:prstGeom prst="rect">
            <a:avLst/>
          </a:prstGeom>
          <a:effectLst>
            <a:softEdge rad="46869"/>
          </a:effectLst>
        </p:spPr>
      </p:pic>
      <p:pic>
        <p:nvPicPr>
          <p:cNvPr id="63" name="Grafik 62" descr="Ein Bild, das Dunkelheit, Schwarz, Mond, Nacht enthält.&#10;&#10;KI-generierte Inhalte können fehlerhaft sein.">
            <a:extLst>
              <a:ext uri="{FF2B5EF4-FFF2-40B4-BE49-F238E27FC236}">
                <a16:creationId xmlns:a16="http://schemas.microsoft.com/office/drawing/2014/main" id="{3314E41E-4A8B-45E0-01C9-1005485626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8000"/>
                    </a14:imgEffect>
                    <a14:imgEffect>
                      <a14:saturation sat="250000"/>
                    </a14:imgEffect>
                  </a14:imgLayer>
                </a14:imgProps>
              </a:ext>
            </a:extLst>
          </a:blip>
          <a:srcRect t="36210" r="65028" b="50000"/>
          <a:stretch>
            <a:fillRect/>
          </a:stretch>
        </p:blipFill>
        <p:spPr>
          <a:xfrm rot="5400000">
            <a:off x="5858318" y="3732376"/>
            <a:ext cx="3965014" cy="2779588"/>
          </a:xfrm>
          <a:prstGeom prst="rect">
            <a:avLst/>
          </a:prstGeom>
          <a:effectLst>
            <a:softEdge rad="31486"/>
          </a:effectLst>
        </p:spPr>
      </p:pic>
    </p:spTree>
    <p:extLst>
      <p:ext uri="{BB962C8B-B14F-4D97-AF65-F5344CB8AC3E}">
        <p14:creationId xmlns:p14="http://schemas.microsoft.com/office/powerpoint/2010/main" val="23848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180</Words>
  <Application>Microsoft Macintosh PowerPoint</Application>
  <PresentationFormat>Bildschirmpräsentation (4:3)</PresentationFormat>
  <Paragraphs>71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Aharoni</vt:lpstr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Justus Diestel</dc:creator>
  <cp:lastModifiedBy>Justus Diestel</cp:lastModifiedBy>
  <cp:revision>3</cp:revision>
  <dcterms:created xsi:type="dcterms:W3CDTF">2025-10-01T20:58:26Z</dcterms:created>
  <dcterms:modified xsi:type="dcterms:W3CDTF">2025-10-02T16:44:55Z</dcterms:modified>
</cp:coreProperties>
</file>